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43EDC-1DB7-083A-F636-49C57C7C75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8B29E2-4A1D-A3D7-E59F-3BAD0F9083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2FC38-743E-F986-CD6C-E4923A3AE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54A7C-810B-4443-AD95-4A57629580A9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EFD076-A9C9-5728-29D1-86F7F91FF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61F07-DEAA-37AB-7282-805D694DE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30BF9-1438-4B05-98DD-D9407F9512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8116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3F992-DF36-7718-7BCE-C771C1877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CD75B-D541-1D78-1A19-3EB0359FB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0E882-CA9F-33BA-D47F-2FC1FA184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54A7C-810B-4443-AD95-4A57629580A9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5478F0-BDA7-A26B-732E-E5D8D1970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891E0-EBA9-DB18-8683-2D9FF6C6A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30BF9-1438-4B05-98DD-D9407F9512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3230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45B84-43FA-3783-B2C2-E910343AA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D1AED-63DD-8A63-2616-DBAC5A9F98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5DE10-1541-2C7B-87F1-69230E258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54A7C-810B-4443-AD95-4A57629580A9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36311-867F-F2A4-FF92-AF41822E0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C39BD-D666-A626-15E2-EFC32EF9C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30BF9-1438-4B05-98DD-D9407F9512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597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0F68D-E34F-8F12-F768-3AE5967D5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1F722-B8B4-C8F8-4FAE-FDA4AD3B7D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8C5644-BE7F-5AF3-5ABB-13801779E7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36448A-C59C-CF53-9D8F-16AB3B8C0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54A7C-810B-4443-AD95-4A57629580A9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02D03F-3FFB-78DE-0564-A17C7D673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14C45C-DE8D-A9A1-9166-C7DAACCBD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30BF9-1438-4B05-98DD-D9407F9512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8065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B5794-BBFB-5A25-1C1F-9B16DFD1B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5BA662-7086-2BC6-BFED-7069ED246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A95E1B-3589-2EFA-5A40-EFCA8113E8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6A4255-13D4-FF45-B7AB-B409F3D465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C6D2BF-7347-F157-9E97-A7A6F6329C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AB43A1-3C96-CADE-BA5C-F6901F7BF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54A7C-810B-4443-AD95-4A57629580A9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E7665E-E042-CE16-2D0F-BFBF0C6A0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B39E5E-6D7C-C8BD-CE46-F2FF9AEFD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30BF9-1438-4B05-98DD-D9407F9512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7481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B91C7-5FD6-74E3-A7B9-F368023F4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9181E9-0A34-3C62-4634-5B9A6A6E8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54A7C-810B-4443-AD95-4A57629580A9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438B4B-1ED2-58F5-D1CD-E9495988F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1B10AE-E703-3B51-DD88-51E01BAA4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30BF9-1438-4B05-98DD-D9407F9512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6162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3D8888-51ED-1B0C-1EFC-C23253743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54A7C-810B-4443-AD95-4A57629580A9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19253A-313E-0161-0C92-0F2BEFF1B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7482DF-F1AD-4F5F-9631-84142946B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30BF9-1438-4B05-98DD-D9407F9512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134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929D1-4FF8-9260-EE84-BEBFC2549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0C15B-BAC3-A696-8040-315C472B5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E1D8C4-D6D7-087E-CCC3-2DEC659D19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F6BC81-1260-CEC8-FE43-26004F1F6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54A7C-810B-4443-AD95-4A57629580A9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6A8961-8DF6-8020-A2D9-790C4F4E1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5BB715-7646-4FBF-F9A9-D0CDAF0F3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30BF9-1438-4B05-98DD-D9407F9512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953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F4FF1-70F5-37C0-8475-15B278551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61153F-8443-BAD7-9BE8-DE0D159CC2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D193F3-6B09-BB5D-9A3B-F1B97E731A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71FB93-D75E-E061-3CD8-EAC8210E7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54A7C-810B-4443-AD95-4A57629580A9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87D20D-C3BA-2F73-B352-6A3CB5130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6692FD-2870-8AEE-1B66-52981FD97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30BF9-1438-4B05-98DD-D9407F9512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2076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CBF7B-88DB-72F7-4BB8-D0CE7BCDD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2FB5BA-2CC4-8EBC-EDB5-2A7FAF9794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F5EDC-8AAA-3575-B556-DBFED703E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54A7C-810B-4443-AD95-4A57629580A9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F96D5-D655-9DEF-2D0D-8716BC0EC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AAC2A1-60DD-CCA8-3C3A-08B2A4A2B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30BF9-1438-4B05-98DD-D9407F9512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581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ADEDF9-E559-BF08-B9BA-2A818155AB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F776A3-D655-C8FF-F05A-05ED63D1B5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E8BE5-E326-294D-F6BB-37774B498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54A7C-810B-4443-AD95-4A57629580A9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44401-1EF2-97EA-116A-29C2049D7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88D21-3BF7-D816-9EAC-E7805CC8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30BF9-1438-4B05-98DD-D9407F9512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327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64B3A4-FAFB-6244-B57B-E6F698B17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26504D-0971-09F5-CE68-5F0FE6151C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B6E17-17E9-35BC-C525-EF035E3FBA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54A7C-810B-4443-AD95-4A57629580A9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48A89-BFB4-E555-14FF-0D74FBD6B3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B6399-E2E7-D11B-BBFA-623AB1B5E3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430BF9-1438-4B05-98DD-D9407F9512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2285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87B3DB-414E-C97F-7D64-7DDCE044E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Superstore Sales</a:t>
            </a:r>
            <a:br>
              <a:rPr lang="en-US" sz="4800">
                <a:solidFill>
                  <a:srgbClr val="FFFFFF"/>
                </a:solidFill>
              </a:rPr>
            </a:br>
            <a:r>
              <a:rPr lang="en-US" sz="4800">
                <a:solidFill>
                  <a:srgbClr val="FFFFFF"/>
                </a:solidFill>
              </a:rPr>
              <a:t>Dashboard</a:t>
            </a:r>
          </a:p>
        </p:txBody>
      </p:sp>
    </p:spTree>
    <p:extLst>
      <p:ext uri="{BB962C8B-B14F-4D97-AF65-F5344CB8AC3E}">
        <p14:creationId xmlns:p14="http://schemas.microsoft.com/office/powerpoint/2010/main" val="1778387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A3134AE-1319-DED1-3FDF-7273AF3F30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9334904"/>
              </p:ext>
            </p:extLst>
          </p:nvPr>
        </p:nvGraphicFramePr>
        <p:xfrm>
          <a:off x="4122782" y="1703724"/>
          <a:ext cx="3946436" cy="3450552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81118">
                  <a:extLst>
                    <a:ext uri="{9D8B030D-6E8A-4147-A177-3AD203B41FA5}">
                      <a16:colId xmlns:a16="http://schemas.microsoft.com/office/drawing/2014/main" val="254186943"/>
                    </a:ext>
                  </a:extLst>
                </a:gridCol>
                <a:gridCol w="2265318">
                  <a:extLst>
                    <a:ext uri="{9D8B030D-6E8A-4147-A177-3AD203B41FA5}">
                      <a16:colId xmlns:a16="http://schemas.microsoft.com/office/drawing/2014/main" val="3968995867"/>
                    </a:ext>
                  </a:extLst>
                </a:gridCol>
              </a:tblGrid>
              <a:tr h="1150184">
                <a:tc>
                  <a:txBody>
                    <a:bodyPr/>
                    <a:lstStyle/>
                    <a:p>
                      <a:r>
                        <a:rPr lang="en-US" sz="3300"/>
                        <a:t>Total </a:t>
                      </a:r>
                      <a:r>
                        <a:rPr lang="en-US" sz="2100"/>
                        <a:t> </a:t>
                      </a:r>
                      <a:r>
                        <a:rPr lang="en-US" sz="3300"/>
                        <a:t>Sales</a:t>
                      </a:r>
                      <a:endParaRPr lang="en-IN" sz="3300"/>
                    </a:p>
                  </a:txBody>
                  <a:tcPr marL="107769" marR="107769" marT="53884" marB="53884"/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2,326,534</a:t>
                      </a:r>
                      <a:endParaRPr lang="en-IN" sz="3300"/>
                    </a:p>
                  </a:txBody>
                  <a:tcPr marL="107769" marR="107769" marT="53884" marB="53884"/>
                </a:tc>
                <a:extLst>
                  <a:ext uri="{0D108BD9-81ED-4DB2-BD59-A6C34878D82A}">
                    <a16:rowId xmlns:a16="http://schemas.microsoft.com/office/drawing/2014/main" val="960252904"/>
                  </a:ext>
                </a:extLst>
              </a:tr>
              <a:tr h="1150184">
                <a:tc>
                  <a:txBody>
                    <a:bodyPr/>
                    <a:lstStyle/>
                    <a:p>
                      <a:r>
                        <a:rPr lang="en-US" sz="3300"/>
                        <a:t>Total</a:t>
                      </a:r>
                      <a:r>
                        <a:rPr lang="en-US" sz="2100"/>
                        <a:t> </a:t>
                      </a:r>
                      <a:r>
                        <a:rPr lang="en-US" sz="3300"/>
                        <a:t>Profit</a:t>
                      </a:r>
                      <a:endParaRPr lang="en-IN" sz="3300"/>
                    </a:p>
                  </a:txBody>
                  <a:tcPr marL="107769" marR="107769" marT="53884" marB="53884"/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292,297</a:t>
                      </a:r>
                      <a:endParaRPr lang="en-IN" sz="3300"/>
                    </a:p>
                  </a:txBody>
                  <a:tcPr marL="107769" marR="107769" marT="53884" marB="53884"/>
                </a:tc>
                <a:extLst>
                  <a:ext uri="{0D108BD9-81ED-4DB2-BD59-A6C34878D82A}">
                    <a16:rowId xmlns:a16="http://schemas.microsoft.com/office/drawing/2014/main" val="2946939716"/>
                  </a:ext>
                </a:extLst>
              </a:tr>
              <a:tr h="1150184">
                <a:tc>
                  <a:txBody>
                    <a:bodyPr/>
                    <a:lstStyle/>
                    <a:p>
                      <a:r>
                        <a:rPr lang="en-US" sz="3300"/>
                        <a:t>Total</a:t>
                      </a:r>
                      <a:r>
                        <a:rPr lang="en-US" sz="2100"/>
                        <a:t> </a:t>
                      </a:r>
                      <a:r>
                        <a:rPr lang="en-US" sz="3300"/>
                        <a:t>Orders</a:t>
                      </a:r>
                      <a:endParaRPr lang="en-IN" sz="3300"/>
                    </a:p>
                  </a:txBody>
                  <a:tcPr marL="107769" marR="107769" marT="53884" marB="53884"/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10,194</a:t>
                      </a:r>
                      <a:endParaRPr lang="en-IN" sz="3300"/>
                    </a:p>
                  </a:txBody>
                  <a:tcPr marL="107769" marR="107769" marT="53884" marB="53884"/>
                </a:tc>
                <a:extLst>
                  <a:ext uri="{0D108BD9-81ED-4DB2-BD59-A6C34878D82A}">
                    <a16:rowId xmlns:a16="http://schemas.microsoft.com/office/drawing/2014/main" val="23648017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6139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6F31F3-B122-5212-0B2D-49FFED340F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57257"/>
            <a:ext cx="10905066" cy="5343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079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5E3B9F-788C-E719-989D-691B302E05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57257"/>
            <a:ext cx="10905066" cy="5343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071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D829F0-26B2-7BDB-1494-93546B1838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57257"/>
            <a:ext cx="10905066" cy="5343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596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50F0BA-84F0-BD10-E3D7-0F6BD88439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57257"/>
            <a:ext cx="10905066" cy="5343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135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43819F-8734-D32F-1061-A12A0265B6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9149" y="643467"/>
            <a:ext cx="8913701" cy="557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666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22A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AF35BF-C27C-6ABA-7D40-16A4AB4942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57257"/>
            <a:ext cx="10905066" cy="5343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069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34750B-4970-BE41-FD0E-6DF309D5B961}"/>
              </a:ext>
            </a:extLst>
          </p:cNvPr>
          <p:cNvSpPr txBox="1"/>
          <p:nvPr/>
        </p:nvSpPr>
        <p:spPr>
          <a:xfrm>
            <a:off x="4581727" y="649480"/>
            <a:ext cx="3025303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1. Technology generated the highest sales (839,893).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2. Technology generated the highest profit (146,543).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3. West region recorded the highest sales.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4. Discounts negatively impact profit (-0.22 correlation).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5. Sales and Profit have a moderate positive relationship (0.48 correlation).</a:t>
            </a:r>
          </a:p>
        </p:txBody>
      </p:sp>
      <p:pic>
        <p:nvPicPr>
          <p:cNvPr id="7" name="Graphic 6" descr="Business Growth">
            <a:extLst>
              <a:ext uri="{FF2B5EF4-FFF2-40B4-BE49-F238E27FC236}">
                <a16:creationId xmlns:a16="http://schemas.microsoft.com/office/drawing/2014/main" id="{AE995150-2E37-E0B2-770A-B1D1037178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09502" y="1627051"/>
            <a:ext cx="3615776" cy="361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616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66</Words>
  <Application>Microsoft Office PowerPoint</Application>
  <PresentationFormat>Widescreen</PresentationFormat>
  <Paragraphs>16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Superstore Sales Dashboard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likhitha kamireddy</dc:creator>
  <cp:lastModifiedBy>likhitha kamireddy</cp:lastModifiedBy>
  <cp:revision>1</cp:revision>
  <dcterms:created xsi:type="dcterms:W3CDTF">2026-06-20T16:09:40Z</dcterms:created>
  <dcterms:modified xsi:type="dcterms:W3CDTF">2026-06-20T16:52:39Z</dcterms:modified>
</cp:coreProperties>
</file>